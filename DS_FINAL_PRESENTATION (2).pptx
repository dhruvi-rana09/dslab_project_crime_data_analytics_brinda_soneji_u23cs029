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" charset="1" panose="02000000000000000000"/>
      <p:regular r:id="rId16"/>
    </p:embeddedFont>
    <p:embeddedFont>
      <p:font typeface="Roboto Bold" charset="1" panose="02000000000000000000"/>
      <p:regular r:id="rId17"/>
    </p:embeddedFont>
    <p:embeddedFont>
      <p:font typeface="League Spartan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25" y="37464"/>
            <a:ext cx="18288000" cy="10212072"/>
          </a:xfrm>
          <a:custGeom>
            <a:avLst/>
            <a:gdLst/>
            <a:ahLst/>
            <a:cxnLst/>
            <a:rect r="r" b="b" t="t" l="l"/>
            <a:pathLst>
              <a:path h="10212072" w="18288000">
                <a:moveTo>
                  <a:pt x="0" y="0"/>
                </a:moveTo>
                <a:lnTo>
                  <a:pt x="18288000" y="0"/>
                </a:lnTo>
                <a:lnTo>
                  <a:pt x="18288000" y="10212072"/>
                </a:lnTo>
                <a:lnTo>
                  <a:pt x="0" y="10212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14521" y="37464"/>
            <a:ext cx="8283004" cy="10212072"/>
          </a:xfrm>
          <a:custGeom>
            <a:avLst/>
            <a:gdLst/>
            <a:ahLst/>
            <a:cxnLst/>
            <a:rect r="r" b="b" t="t" l="l"/>
            <a:pathLst>
              <a:path h="10212072" w="8283004">
                <a:moveTo>
                  <a:pt x="0" y="0"/>
                </a:moveTo>
                <a:lnTo>
                  <a:pt x="8283004" y="0"/>
                </a:lnTo>
                <a:lnTo>
                  <a:pt x="8283004" y="10212072"/>
                </a:lnTo>
                <a:lnTo>
                  <a:pt x="0" y="10212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58312" y="37464"/>
            <a:ext cx="2844558" cy="1493120"/>
          </a:xfrm>
          <a:custGeom>
            <a:avLst/>
            <a:gdLst/>
            <a:ahLst/>
            <a:cxnLst/>
            <a:rect r="r" b="b" t="t" l="l"/>
            <a:pathLst>
              <a:path h="1493120" w="2844558">
                <a:moveTo>
                  <a:pt x="0" y="0"/>
                </a:moveTo>
                <a:lnTo>
                  <a:pt x="2844557" y="0"/>
                </a:lnTo>
                <a:lnTo>
                  <a:pt x="2844557" y="1493121"/>
                </a:lnTo>
                <a:lnTo>
                  <a:pt x="0" y="14931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09945" y="37464"/>
            <a:ext cx="3487580" cy="2768267"/>
          </a:xfrm>
          <a:custGeom>
            <a:avLst/>
            <a:gdLst/>
            <a:ahLst/>
            <a:cxnLst/>
            <a:rect r="r" b="b" t="t" l="l"/>
            <a:pathLst>
              <a:path h="2768267" w="3487580">
                <a:moveTo>
                  <a:pt x="0" y="0"/>
                </a:moveTo>
                <a:lnTo>
                  <a:pt x="3487580" y="0"/>
                </a:lnTo>
                <a:lnTo>
                  <a:pt x="3487580" y="2768267"/>
                </a:lnTo>
                <a:lnTo>
                  <a:pt x="0" y="276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35761" y="1094637"/>
            <a:ext cx="1318741" cy="1504019"/>
          </a:xfrm>
          <a:custGeom>
            <a:avLst/>
            <a:gdLst/>
            <a:ahLst/>
            <a:cxnLst/>
            <a:rect r="r" b="b" t="t" l="l"/>
            <a:pathLst>
              <a:path h="1504019" w="1318741">
                <a:moveTo>
                  <a:pt x="0" y="0"/>
                </a:moveTo>
                <a:lnTo>
                  <a:pt x="1318741" y="0"/>
                </a:lnTo>
                <a:lnTo>
                  <a:pt x="1318741" y="1504019"/>
                </a:lnTo>
                <a:lnTo>
                  <a:pt x="0" y="1504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89682" y="1737660"/>
            <a:ext cx="1307843" cy="1918169"/>
          </a:xfrm>
          <a:custGeom>
            <a:avLst/>
            <a:gdLst/>
            <a:ahLst/>
            <a:cxnLst/>
            <a:rect r="r" b="b" t="t" l="l"/>
            <a:pathLst>
              <a:path h="1918169" w="1307843">
                <a:moveTo>
                  <a:pt x="0" y="0"/>
                </a:moveTo>
                <a:lnTo>
                  <a:pt x="1307843" y="0"/>
                </a:lnTo>
                <a:lnTo>
                  <a:pt x="1307843" y="1918169"/>
                </a:lnTo>
                <a:lnTo>
                  <a:pt x="0" y="1918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89682" y="3219881"/>
            <a:ext cx="1307843" cy="2354117"/>
          </a:xfrm>
          <a:custGeom>
            <a:avLst/>
            <a:gdLst/>
            <a:ahLst/>
            <a:cxnLst/>
            <a:rect r="r" b="b" t="t" l="l"/>
            <a:pathLst>
              <a:path h="2354117" w="1307843">
                <a:moveTo>
                  <a:pt x="0" y="0"/>
                </a:moveTo>
                <a:lnTo>
                  <a:pt x="1307843" y="0"/>
                </a:lnTo>
                <a:lnTo>
                  <a:pt x="1307843" y="2354117"/>
                </a:lnTo>
                <a:lnTo>
                  <a:pt x="0" y="23541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81840" y="3644930"/>
            <a:ext cx="1100768" cy="1078970"/>
          </a:xfrm>
          <a:custGeom>
            <a:avLst/>
            <a:gdLst/>
            <a:ahLst/>
            <a:cxnLst/>
            <a:rect r="r" b="b" t="t" l="l"/>
            <a:pathLst>
              <a:path h="1078970" w="1100768">
                <a:moveTo>
                  <a:pt x="0" y="0"/>
                </a:moveTo>
                <a:lnTo>
                  <a:pt x="1100767" y="0"/>
                </a:lnTo>
                <a:lnTo>
                  <a:pt x="1100767" y="1078970"/>
                </a:lnTo>
                <a:lnTo>
                  <a:pt x="0" y="1078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25" y="5988148"/>
            <a:ext cx="1089869" cy="2354117"/>
          </a:xfrm>
          <a:custGeom>
            <a:avLst/>
            <a:gdLst/>
            <a:ahLst/>
            <a:cxnLst/>
            <a:rect r="r" b="b" t="t" l="l"/>
            <a:pathLst>
              <a:path h="2354117" w="1089869">
                <a:moveTo>
                  <a:pt x="0" y="0"/>
                </a:moveTo>
                <a:lnTo>
                  <a:pt x="1089869" y="0"/>
                </a:lnTo>
                <a:lnTo>
                  <a:pt x="1089869" y="2354117"/>
                </a:lnTo>
                <a:lnTo>
                  <a:pt x="0" y="23541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25" y="8113393"/>
            <a:ext cx="2615685" cy="2136143"/>
          </a:xfrm>
          <a:custGeom>
            <a:avLst/>
            <a:gdLst/>
            <a:ahLst/>
            <a:cxnLst/>
            <a:rect r="r" b="b" t="t" l="l"/>
            <a:pathLst>
              <a:path h="2136143" w="2615685">
                <a:moveTo>
                  <a:pt x="0" y="0"/>
                </a:moveTo>
                <a:lnTo>
                  <a:pt x="2615685" y="0"/>
                </a:lnTo>
                <a:lnTo>
                  <a:pt x="2615685" y="2136143"/>
                </a:lnTo>
                <a:lnTo>
                  <a:pt x="0" y="21361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0521" y="7906318"/>
            <a:ext cx="882794" cy="1068072"/>
          </a:xfrm>
          <a:custGeom>
            <a:avLst/>
            <a:gdLst/>
            <a:ahLst/>
            <a:cxnLst/>
            <a:rect r="r" b="b" t="t" l="l"/>
            <a:pathLst>
              <a:path h="1068072" w="882794">
                <a:moveTo>
                  <a:pt x="0" y="0"/>
                </a:moveTo>
                <a:lnTo>
                  <a:pt x="882794" y="0"/>
                </a:lnTo>
                <a:lnTo>
                  <a:pt x="882794" y="1068071"/>
                </a:lnTo>
                <a:lnTo>
                  <a:pt x="0" y="10680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4443" y="9181464"/>
            <a:ext cx="2408610" cy="1068072"/>
          </a:xfrm>
          <a:custGeom>
            <a:avLst/>
            <a:gdLst/>
            <a:ahLst/>
            <a:cxnLst/>
            <a:rect r="r" b="b" t="t" l="l"/>
            <a:pathLst>
              <a:path h="1068072" w="2408610">
                <a:moveTo>
                  <a:pt x="0" y="0"/>
                </a:moveTo>
                <a:lnTo>
                  <a:pt x="2408610" y="0"/>
                </a:lnTo>
                <a:lnTo>
                  <a:pt x="2408610" y="1068072"/>
                </a:lnTo>
                <a:lnTo>
                  <a:pt x="0" y="10680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8495" y="4495028"/>
            <a:ext cx="4806322" cy="228872"/>
          </a:xfrm>
          <a:custGeom>
            <a:avLst/>
            <a:gdLst/>
            <a:ahLst/>
            <a:cxnLst/>
            <a:rect r="r" b="b" t="t" l="l"/>
            <a:pathLst>
              <a:path h="228872" w="4806322">
                <a:moveTo>
                  <a:pt x="0" y="0"/>
                </a:moveTo>
                <a:lnTo>
                  <a:pt x="4806322" y="0"/>
                </a:lnTo>
                <a:lnTo>
                  <a:pt x="4806322" y="228872"/>
                </a:lnTo>
                <a:lnTo>
                  <a:pt x="0" y="22887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274933" y="4499304"/>
            <a:ext cx="1280160" cy="47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7"/>
              </a:lnSpc>
            </a:pPr>
            <a:r>
              <a:rPr lang="en-US" sz="27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Chicago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9685" y="4989695"/>
            <a:ext cx="11708696" cy="2141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3"/>
              </a:lnSpc>
            </a:pPr>
            <a:r>
              <a:rPr lang="en-US" sz="332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Presented by:</a:t>
            </a:r>
            <a:r>
              <a:rPr lang="en-US" sz="332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4142"/>
              </a:lnSpc>
            </a:pPr>
            <a:r>
              <a:rPr lang="en-US" sz="295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Dhruvi Rana    -  U23CS020</a:t>
            </a:r>
          </a:p>
          <a:p>
            <a:pPr algn="l">
              <a:lnSpc>
                <a:spcPts val="4142"/>
              </a:lnSpc>
            </a:pPr>
            <a:r>
              <a:rPr lang="en-US" sz="295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Brinda Soneji  -  U23CS029</a:t>
            </a:r>
          </a:p>
          <a:p>
            <a:pPr algn="l">
              <a:lnSpc>
                <a:spcPts val="4142"/>
              </a:lnSpc>
            </a:pPr>
            <a:r>
              <a:rPr lang="en-US" sz="295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Kena Parmar  -  U23CS054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740373" y="8030591"/>
            <a:ext cx="1307843" cy="1286045"/>
          </a:xfrm>
          <a:custGeom>
            <a:avLst/>
            <a:gdLst/>
            <a:ahLst/>
            <a:cxnLst/>
            <a:rect r="r" b="b" t="t" l="l"/>
            <a:pathLst>
              <a:path h="1286045" w="1307843">
                <a:moveTo>
                  <a:pt x="0" y="0"/>
                </a:moveTo>
                <a:lnTo>
                  <a:pt x="1307842" y="0"/>
                </a:lnTo>
                <a:lnTo>
                  <a:pt x="1307842" y="1286045"/>
                </a:lnTo>
                <a:lnTo>
                  <a:pt x="0" y="128604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038408" y="9346528"/>
            <a:ext cx="2779776" cy="429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43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Hotspot Clustering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249841" y="8030591"/>
            <a:ext cx="1536715" cy="1286045"/>
          </a:xfrm>
          <a:custGeom>
            <a:avLst/>
            <a:gdLst/>
            <a:ahLst/>
            <a:cxnLst/>
            <a:rect r="r" b="b" t="t" l="l"/>
            <a:pathLst>
              <a:path h="1286045" w="1536715">
                <a:moveTo>
                  <a:pt x="0" y="0"/>
                </a:moveTo>
                <a:lnTo>
                  <a:pt x="1536715" y="0"/>
                </a:lnTo>
                <a:lnTo>
                  <a:pt x="1536715" y="1286045"/>
                </a:lnTo>
                <a:lnTo>
                  <a:pt x="0" y="128604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865527" y="8030591"/>
            <a:ext cx="1100768" cy="1286045"/>
          </a:xfrm>
          <a:custGeom>
            <a:avLst/>
            <a:gdLst/>
            <a:ahLst/>
            <a:cxnLst/>
            <a:rect r="r" b="b" t="t" l="l"/>
            <a:pathLst>
              <a:path h="1286045" w="1100768">
                <a:moveTo>
                  <a:pt x="0" y="0"/>
                </a:moveTo>
                <a:lnTo>
                  <a:pt x="1100767" y="0"/>
                </a:lnTo>
                <a:lnTo>
                  <a:pt x="1100767" y="1286045"/>
                </a:lnTo>
                <a:lnTo>
                  <a:pt x="0" y="128604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955395" y="8030591"/>
            <a:ext cx="1318741" cy="1286045"/>
          </a:xfrm>
          <a:custGeom>
            <a:avLst/>
            <a:gdLst/>
            <a:ahLst/>
            <a:cxnLst/>
            <a:rect r="r" b="b" t="t" l="l"/>
            <a:pathLst>
              <a:path h="1286045" w="1318741">
                <a:moveTo>
                  <a:pt x="0" y="0"/>
                </a:moveTo>
                <a:lnTo>
                  <a:pt x="1318742" y="0"/>
                </a:lnTo>
                <a:lnTo>
                  <a:pt x="1318742" y="1286045"/>
                </a:lnTo>
                <a:lnTo>
                  <a:pt x="0" y="128604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043480" y="9346528"/>
            <a:ext cx="2523744" cy="429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43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XGBoost &amp; SHAP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9685" y="1488273"/>
            <a:ext cx="9515372" cy="402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Chicago Crime Data </a:t>
            </a:r>
          </a:p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Analytics: </a:t>
            </a:r>
          </a:p>
          <a:p>
            <a:pPr algn="l">
              <a:lnSpc>
                <a:spcPts val="7920"/>
              </a:lnSpc>
            </a:pPr>
          </a:p>
          <a:p>
            <a:pPr algn="l">
              <a:lnSpc>
                <a:spcPts val="792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75" y="0"/>
            <a:ext cx="18288000" cy="10292469"/>
          </a:xfrm>
          <a:custGeom>
            <a:avLst/>
            <a:gdLst/>
            <a:ahLst/>
            <a:cxnLst/>
            <a:rect r="r" b="b" t="t" l="l"/>
            <a:pathLst>
              <a:path h="10292469" w="18288000">
                <a:moveTo>
                  <a:pt x="0" y="0"/>
                </a:moveTo>
                <a:lnTo>
                  <a:pt x="18288000" y="0"/>
                </a:lnTo>
                <a:lnTo>
                  <a:pt x="18288000" y="10292469"/>
                </a:lnTo>
                <a:lnTo>
                  <a:pt x="0" y="10292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21927"/>
          </a:xfrm>
          <a:custGeom>
            <a:avLst/>
            <a:gdLst/>
            <a:ahLst/>
            <a:cxnLst/>
            <a:rect r="r" b="b" t="t" l="l"/>
            <a:pathLst>
              <a:path h="10321927" w="18288000">
                <a:moveTo>
                  <a:pt x="0" y="0"/>
                </a:moveTo>
                <a:lnTo>
                  <a:pt x="18288000" y="0"/>
                </a:lnTo>
                <a:lnTo>
                  <a:pt x="18288000" y="10321927"/>
                </a:lnTo>
                <a:lnTo>
                  <a:pt x="0" y="10321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DAHHOakRXQo</dc:identifier>
  <dcterms:modified xsi:type="dcterms:W3CDTF">2011-08-01T06:04:30Z</dcterms:modified>
  <cp:revision>1</cp:revision>
  <dc:title>DS_FINAL_PRESENTATION</dc:title>
</cp:coreProperties>
</file>